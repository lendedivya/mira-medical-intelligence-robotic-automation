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4864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400" dirty="0">
                <a:solidFill>
                  <a:srgbClr val="000000"/>
                </a:solidFill>
              </a:rPr>
              <a:t>🏥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MIRA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457200" y="2423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7EC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Intelligence Robotic Automation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29260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B8D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Health Prediction Web Application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D2D6E"/>
          </a:solidFill>
          <a:ln w="12700">
            <a:solidFill>
              <a:srgbClr val="0D2D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4681728"/>
            <a:ext cx="8595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EC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 •  SQLite  •  Bootstrap 5  •  Google Gemini AI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D6E"/>
          </a:solidFill>
          <a:ln w="12700">
            <a:solidFill>
              <a:srgbClr val="0D2D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Problem Statement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143000"/>
            <a:ext cx="2651760" cy="3291840"/>
          </a:xfrm>
          <a:prstGeom prst="rect">
            <a:avLst/>
          </a:prstGeom>
          <a:solidFill>
            <a:srgbClr val="0D2040"/>
          </a:solidFill>
          <a:ln w="12700">
            <a:solidFill>
              <a:srgbClr val="1E90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123444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🩺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320040" y="20574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EC8E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Manual Analysis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1480" y="2606040"/>
            <a:ext cx="2468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B8D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 test results are analyzed manually, which is time-consuming and error-prone.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200400" y="1143000"/>
            <a:ext cx="2651760" cy="3291840"/>
          </a:xfrm>
          <a:prstGeom prst="rect">
            <a:avLst/>
          </a:prstGeom>
          <a:solidFill>
            <a:srgbClr val="0D2040"/>
          </a:solidFill>
          <a:ln w="12700">
            <a:solidFill>
              <a:srgbClr val="1E90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00400" y="123444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⏱️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3200400" y="20574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EC8E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Delayed Feedback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291840" y="2606040"/>
            <a:ext cx="2468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B8D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wait days for health assessment and do not get instant insights.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080760" y="1143000"/>
            <a:ext cx="2651760" cy="3291840"/>
          </a:xfrm>
          <a:prstGeom prst="rect">
            <a:avLst/>
          </a:prstGeom>
          <a:solidFill>
            <a:srgbClr val="0D2040"/>
          </a:solidFill>
          <a:ln w="12700">
            <a:solidFill>
              <a:srgbClr val="1E90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080760" y="123444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📂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6080760" y="20574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EC8E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Central Record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172200" y="2606040"/>
            <a:ext cx="2468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B8D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records are scattered — no single system to store and retrieve blood test data.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D6E"/>
          </a:solidFill>
          <a:ln w="12700">
            <a:solidFill>
              <a:srgbClr val="0D2D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Our Solution — Key Features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2560320" cy="1508760"/>
          </a:xfrm>
          <a:prstGeom prst="rect">
            <a:avLst/>
          </a:prstGeom>
          <a:solidFill>
            <a:srgbClr val="0D2040"/>
          </a:solidFill>
          <a:ln w="19050">
            <a:solidFill>
              <a:srgbClr val="1E90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252728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🤖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856232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9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Health Assessment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200400" y="1143000"/>
            <a:ext cx="2560320" cy="1508760"/>
          </a:xfrm>
          <a:prstGeom prst="rect">
            <a:avLst/>
          </a:prstGeom>
          <a:solidFill>
            <a:srgbClr val="0D2040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0" y="1252728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📋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291840" y="1856232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CRUD Operations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035040" y="1143000"/>
            <a:ext cx="2560320" cy="1508760"/>
          </a:xfrm>
          <a:prstGeom prst="rect">
            <a:avLst/>
          </a:prstGeom>
          <a:solidFill>
            <a:srgbClr val="0D2040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35040" y="1252728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✅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126480" y="1856232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Validation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65760" y="2880360"/>
            <a:ext cx="2560320" cy="1508760"/>
          </a:xfrm>
          <a:prstGeom prst="rect">
            <a:avLst/>
          </a:prstGeom>
          <a:solidFill>
            <a:srgbClr val="0D2040"/>
          </a:solidFill>
          <a:ln w="19050">
            <a:solidFill>
              <a:srgbClr val="A78BF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990088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🔄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457200" y="3593592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 Mode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3200400" y="2880360"/>
            <a:ext cx="2560320" cy="1508760"/>
          </a:xfrm>
          <a:prstGeom prst="rect">
            <a:avLst/>
          </a:prstGeom>
          <a:solidFill>
            <a:srgbClr val="0D2040"/>
          </a:solidFill>
          <a:ln w="19050">
            <a:solidFill>
              <a:srgbClr val="EC489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0" y="2990088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💾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3291840" y="3593592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Storage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035040" y="2880360"/>
            <a:ext cx="2560320" cy="1508760"/>
          </a:xfrm>
          <a:prstGeom prst="rect">
            <a:avLst/>
          </a:prstGeom>
          <a:solidFill>
            <a:srgbClr val="0D2040"/>
          </a:solidFill>
          <a:ln w="19050">
            <a:solidFill>
              <a:srgbClr val="14B8A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35040" y="2990088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📱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6126480" y="3593592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UI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D6E"/>
          </a:solidFill>
          <a:ln w="12700">
            <a:solidFill>
              <a:srgbClr val="0D2D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 Stack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8412480" cy="804672"/>
          </a:xfrm>
          <a:prstGeom prst="rect">
            <a:avLst/>
          </a:prstGeom>
          <a:solidFill>
            <a:srgbClr val="0D2040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43000"/>
            <a:ext cx="109728" cy="80467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216152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🐍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325880" y="1216152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325880" y="152704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Python + Flask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65760" y="2103120"/>
            <a:ext cx="8412480" cy="804672"/>
          </a:xfrm>
          <a:prstGeom prst="rect">
            <a:avLst/>
          </a:prstGeom>
          <a:solidFill>
            <a:srgbClr val="0D2040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2103120"/>
            <a:ext cx="109728" cy="8046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176272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🎨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325880" y="2176272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325880" y="248716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HTML + Bootstrap 5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65760" y="3063240"/>
            <a:ext cx="8412480" cy="804672"/>
          </a:xfrm>
          <a:prstGeom prst="rect">
            <a:avLst/>
          </a:prstGeom>
          <a:solidFill>
            <a:srgbClr val="0D2040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3063240"/>
            <a:ext cx="109728" cy="8046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136392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🗄️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325880" y="3136392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325880" y="344728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SQLite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4023360"/>
            <a:ext cx="8412480" cy="804672"/>
          </a:xfrm>
          <a:prstGeom prst="rect">
            <a:avLst/>
          </a:prstGeom>
          <a:solidFill>
            <a:srgbClr val="0D2040"/>
          </a:solidFill>
          <a:ln w="19050">
            <a:solidFill>
              <a:srgbClr val="EC489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4023360"/>
            <a:ext cx="109728" cy="804672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4096512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✨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1325880" y="4096512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LAYER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325880" y="440740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Google Gemini 2.0 Flash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D6E"/>
          </a:solidFill>
          <a:ln w="12700">
            <a:solidFill>
              <a:srgbClr val="0D2D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It Works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77240" y="1097280"/>
            <a:ext cx="685800" cy="685800"/>
          </a:xfrm>
          <a:prstGeom prst="ellipse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09728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508760" y="1435608"/>
            <a:ext cx="640080" cy="0"/>
          </a:xfrm>
          <a:prstGeom prst="line">
            <a:avLst/>
          </a:prstGeom>
          <a:noFill/>
          <a:ln w="19050">
            <a:solidFill>
              <a:srgbClr val="7EC8E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92024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Patient Data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74320" y="242316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8D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DOB, Email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8D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Blood Test Values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496312" y="1097280"/>
            <a:ext cx="685800" cy="68580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96312" y="109728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227832" y="1435608"/>
            <a:ext cx="640080" cy="0"/>
          </a:xfrm>
          <a:prstGeom prst="line">
            <a:avLst/>
          </a:prstGeom>
          <a:noFill/>
          <a:ln w="19050">
            <a:solidFill>
              <a:srgbClr val="7EC8E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93392" y="192024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Inputs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993392" y="242316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8D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format, DOB,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8D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numbers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215384" y="1097280"/>
            <a:ext cx="685800" cy="6858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15384" y="109728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4946904" y="1435608"/>
            <a:ext cx="640080" cy="0"/>
          </a:xfrm>
          <a:prstGeom prst="line">
            <a:avLst/>
          </a:prstGeom>
          <a:noFill/>
          <a:ln w="19050">
            <a:solidFill>
              <a:srgbClr val="7EC8E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712464" y="192024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Gemini AI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712464" y="242316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8D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data to Google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8D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API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934456" y="1097280"/>
            <a:ext cx="685800" cy="685800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34456" y="109728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6665976" y="1435608"/>
            <a:ext cx="640080" cy="0"/>
          </a:xfrm>
          <a:prstGeom prst="line">
            <a:avLst/>
          </a:prstGeom>
          <a:noFill/>
          <a:ln w="19050">
            <a:solidFill>
              <a:srgbClr val="7EC8E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31536" y="192024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AI Remarks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431536" y="242316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8D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2-sentence health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8D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653528" y="1097280"/>
            <a:ext cx="685800" cy="68580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653528" y="109728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7150608" y="192024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to SQLite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150608" y="242316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8D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stored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8D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persistently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371600" y="3429000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EC8E3"/>
                </a:solidFill>
              </a:rPr>
              <a:t>Blood Test Normal Ranges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0" y="3822192"/>
          <a:ext cx="5486400" cy="109728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</a:tblGrid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D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Normal Range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D6E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B8D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Glucose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0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B8D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70–99 mg/dL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040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B8D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Haemoglobin (Men)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0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B8D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13.5–17.5 g/dL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040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B8D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Haemoglobin (Women)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0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B8D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12.0–15.5 g/dL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040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B8D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Cholesterol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0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B8D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Below 200 mg/dL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04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D6E"/>
          </a:solidFill>
          <a:ln w="12700">
            <a:solidFill>
              <a:srgbClr val="0D2D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GitHub Upload Steps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78992"/>
            <a:ext cx="4251960" cy="1097280"/>
          </a:xfrm>
          <a:prstGeom prst="rect">
            <a:avLst/>
          </a:prstGeom>
          <a:solidFill>
            <a:srgbClr val="0D2040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1152144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EC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Initialize Git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47472" y="1536192"/>
            <a:ext cx="4114800" cy="512064"/>
          </a:xfrm>
          <a:prstGeom prst="rect">
            <a:avLst/>
          </a:prstGeom>
          <a:solidFill>
            <a:srgbClr val="060D1A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554480"/>
            <a:ext cx="3977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init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078992"/>
            <a:ext cx="4251960" cy="1097280"/>
          </a:xfrm>
          <a:prstGeom prst="rect">
            <a:avLst/>
          </a:prstGeom>
          <a:solidFill>
            <a:srgbClr val="0D2040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64608" y="1152144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EC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Stage all files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28032" y="1536192"/>
            <a:ext cx="4114800" cy="512064"/>
          </a:xfrm>
          <a:prstGeom prst="rect">
            <a:avLst/>
          </a:prstGeom>
          <a:solidFill>
            <a:srgbClr val="060D1A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1554480"/>
            <a:ext cx="3977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add 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2359152"/>
            <a:ext cx="4251960" cy="1097280"/>
          </a:xfrm>
          <a:prstGeom prst="rect">
            <a:avLst/>
          </a:prstGeom>
          <a:solidFill>
            <a:srgbClr val="0D2040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" y="2432304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EC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First commit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47472" y="2816352"/>
            <a:ext cx="4114800" cy="512064"/>
          </a:xfrm>
          <a:prstGeom prst="rect">
            <a:avLst/>
          </a:prstGeom>
          <a:solidFill>
            <a:srgbClr val="060D1A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2834640"/>
            <a:ext cx="3977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commit -m "Initial commit"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2359152"/>
            <a:ext cx="4251960" cy="1097280"/>
          </a:xfrm>
          <a:prstGeom prst="rect">
            <a:avLst/>
          </a:prstGeom>
          <a:solidFill>
            <a:srgbClr val="0D2040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64608" y="2432304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EC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Rename branch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28032" y="2816352"/>
            <a:ext cx="4114800" cy="512064"/>
          </a:xfrm>
          <a:prstGeom prst="rect">
            <a:avLst/>
          </a:prstGeom>
          <a:solidFill>
            <a:srgbClr val="060D1A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2040" y="2834640"/>
            <a:ext cx="3977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branch -M main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3639312"/>
            <a:ext cx="4251960" cy="1097280"/>
          </a:xfrm>
          <a:prstGeom prst="rect">
            <a:avLst/>
          </a:prstGeom>
          <a:solidFill>
            <a:srgbClr val="0D2040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4048" y="3712464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EC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Add remote origin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47472" y="4096512"/>
            <a:ext cx="4114800" cy="512064"/>
          </a:xfrm>
          <a:prstGeom prst="rect">
            <a:avLst/>
          </a:prstGeom>
          <a:solidFill>
            <a:srgbClr val="060D1A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4114800"/>
            <a:ext cx="3977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remote add origin &lt;your-repo-url&gt;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54880" y="3639312"/>
            <a:ext cx="4251960" cy="1097280"/>
          </a:xfrm>
          <a:prstGeom prst="rect">
            <a:avLst/>
          </a:prstGeom>
          <a:solidFill>
            <a:srgbClr val="0D2040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64608" y="3712464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EC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Push to GitHub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828032" y="4096512"/>
            <a:ext cx="4114800" cy="512064"/>
          </a:xfrm>
          <a:prstGeom prst="rect">
            <a:avLst/>
          </a:prstGeom>
          <a:solidFill>
            <a:srgbClr val="060D1A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92040" y="4114800"/>
            <a:ext cx="3977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push -u origin main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0" y="50292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dirty="0">
                <a:solidFill>
                  <a:srgbClr val="000000"/>
                </a:solidFill>
              </a:rPr>
              <a:t>🏥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914400" y="155448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You!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914400" y="25603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7EC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MIRA — Making Healthcare Smarter with AI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32461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8D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 |  SQLite  |  Bootstrap 5  |  Google Gemini AI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286000" y="3822192"/>
            <a:ext cx="4572000" cy="640080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4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286000" y="3822192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⭐  Star on GitHub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MIRA - Health Prediction App</dc:title>
  <dc:subject>PptxGenJS Presentation</dc:subject>
  <dc:creator>PptxGenJS</dc:creator>
  <cp:lastModifiedBy>PptxGenJS</cp:lastModifiedBy>
  <cp:revision>1</cp:revision>
  <dcterms:created xsi:type="dcterms:W3CDTF">2026-06-03T07:21:47Z</dcterms:created>
  <dcterms:modified xsi:type="dcterms:W3CDTF">2026-06-03T07:21:47Z</dcterms:modified>
</cp:coreProperties>
</file>